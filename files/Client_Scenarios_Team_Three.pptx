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44a75c99e44e5" /><Relationship Type="http://schemas.openxmlformats.org/officeDocument/2006/relationships/extended-properties" Target="/docProps/app.xml" Id="R85062ada3fa54ba3" /><Relationship Type="http://schemas.openxmlformats.org/officeDocument/2006/relationships/officeDocument" Target="/ppt/presentation.xml" Id="Rea102b57996b4e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9fe69f58b2406d"/>
  </p:sldMasterIdLst>
  <p:notesMasterIdLst>
    <p:notesMasterId xmlns:r="http://schemas.openxmlformats.org/officeDocument/2006/relationships" r:id="R6f52a048d67343b5"/>
  </p:notesMasterIdLst>
  <p:sldIdLst>
    <p:sldId xmlns:r="http://schemas.openxmlformats.org/officeDocument/2006/relationships" id="256" r:id="Rc024db50d9d44c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b227ec1bd4477f" /><Relationship Type="http://schemas.openxmlformats.org/officeDocument/2006/relationships/slideMaster" Target="/ppt/slideMasters/slideMaster1.xml" Id="Rfe9fe69f58b2406d" /><Relationship Type="http://schemas.openxmlformats.org/officeDocument/2006/relationships/notesMaster" Target="/ppt/notesMasters/notesMaster1.xml" Id="R6f52a048d67343b5" /><Relationship Type="http://schemas.openxmlformats.org/officeDocument/2006/relationships/presProps" Target="/ppt/presProps.xml" Id="Rb02c4e357b234241" /><Relationship Type="http://schemas.openxmlformats.org/officeDocument/2006/relationships/viewProps" Target="/ppt/viewProps.xml" Id="Rfd05e50a280a478a" /><Relationship Type="http://schemas.openxmlformats.org/officeDocument/2006/relationships/tableStyles" Target="/ppt/tableStyles.xml" Id="R9323aeb478fd4fef" /><Relationship Type="http://schemas.openxmlformats.org/officeDocument/2006/relationships/slide" Target="/ppt/slides/slide1.xml" Id="Rc024db50d9d4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656a4fbfa642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9e8425f6734427" /><Relationship Type="http://schemas.openxmlformats.org/officeDocument/2006/relationships/notesMaster" Target="/ppt/notesMasters/notesMaster1.xml" Id="R2c0d241008fc4b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f8ecab370438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699284a5d0456f" /><Relationship Type="http://schemas.openxmlformats.org/officeDocument/2006/relationships/slideLayout" Target="/ppt/slideLayouts/slideLayout1.xml" Id="R572cc4371c9e4f5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2cc4371c9e4f5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758962bd04f3f" /><Relationship Type="http://schemas.openxmlformats.org/officeDocument/2006/relationships/notesSlide" Target="/ppt/notesSlides/notesSlide1.xml" Id="R566773f403b34c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0110805-B6B4-4F67-813F-7EB7A69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277F78-1B88-4183-938C-EA39413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D5D040E-2580-4E46-9C08-B37E28B8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THREE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A89183-8AB7-4AD0-A96E-B120E61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Three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EEA4AEC-EEFA-4CA4-A65A-2CCD8A01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3 / 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C0DA054-00D2-4398-9674-AC1C218D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23C5EF7-961F-4CD6-98B5-4E73E9F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FCA3AF8-CC72-4843-BDD7-70CC2E5B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9319570-AC58-4B5B-A67B-E6A7050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CD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0002FEE-C37A-4CEA-9F19-746B17FB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#04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4854814-F464-4F99-ADFC-6153A25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Chloe Dubois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123FDAC-0E6A-4FB3-8693-48888431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24  ·  Graduate Student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F6DBC7E-40BA-43FC-9885-205EE793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642913-E2DB-4C08-921A-6DA9E687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C5E90FF-2ACF-4879-A80C-491B3764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D95EBD7-75B4-4043-8BEC-381498D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F12378-44F3-4995-942C-2B118DD4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4401BD4-85B0-4F4C-99D1-576D2C4B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$0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22CB19-57EB-4ADE-8ADD-2838BB4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6A3EEB0-EF61-416A-9889-134AB3AC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$2.5M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B02F76F-5768-4B39-BE61-566572BD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BD8"/>
          </a:solidFill>
          <a:ln xmlns:a="http://schemas.openxmlformats.org/drawingml/2006/main" w="12700">
            <a:solidFill>
              <a:srgbClr val="D0EB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60617A6-7B3C-4530-A185-387EAFE2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15EFAC5-5738-4F62-83D9-C294E212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D5A3D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9968DF-21B9-461C-8FBC-559A973E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Long-term Wealth Building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0BBF70E-0235-4D41-82F5-73AB4881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DBA34C0-BD42-4126-AF48-5AAA26C3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9F6BD518-0BD4-4A83-A763-CA15D6AF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Novice experience; 30+ year horizon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61FEC13-E378-4434-A968-6959CC0A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AFC5E41-4AEB-42A4-BFDC-294036DD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8EF376D-53E0-41A2-8D5D-D276F340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9.5%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A44F8411-504D-46AE-885A-56B69B11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9CE069E-9F3D-46BE-997C-C423FA5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7955A62-7BA9-4626-A955-B98E3F91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18.0%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985E51EE-D657-46C1-BDE3-E4D0DB4F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28FB67F-1D51-4298-BBC8-A9945A56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4B4BF6CA-83B9-4AB9-95F7-F0B73D8B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2.5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6B5056C-76FC-4787-811E-87D3256A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3D40A80-7A62-4B88-A7BF-15EFE22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3B50C23E-E992-4A01-971E-E912BECB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2E0B231-1FFC-4F27-BDA2-5FB8FEB1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AO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CFF6B2A9-356F-4F9F-B7D6-2CD42392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#06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A6FCE45A-77AF-4E2C-90D4-5470CCD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Dr. Amara Okafor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019426-1538-472E-9B8E-97C35A75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42  ·  Pediatrician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B49A8F6-4139-4BCB-A34A-57BB8DD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272EEFA5-C9A7-47FC-8D98-3B76D256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5A28A6A9-6D69-4FAB-A48F-DC12D01C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08E1FC4D-FE7E-4026-8F09-D89C15A3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902448B7-B6BE-4D65-8367-9FC54EE2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AE43745A-9B47-4416-A7B2-ABCAA7FE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$280,000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84E8CACD-5F5F-41EE-89C8-0FA1B34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A18E9DD-74D7-4D03-8C21-387E1AB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$850,000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9DE74988-DC29-4A94-BE48-ABFE4AB2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BD8"/>
          </a:solidFill>
          <a:ln xmlns:a="http://schemas.openxmlformats.org/drawingml/2006/main" w="12700">
            <a:solidFill>
              <a:srgbClr val="D0EB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A74388C9-D6C4-4A16-91B7-5CC48E9E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87CC1F04-D233-471F-BB1D-0B2AAC2B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D5A3D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6518025C-7CE1-4959-BCAB-BF84BB2D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Ethical Growth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E9637EDB-C2C1-48BA-94CB-270CAAA1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A769D9AB-AD11-46E8-9631-AE2DF09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306F21CE-E552-4127-9FEC-184761CD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Strict ESG filters (No tobacco/oil/arms)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C19B14AA-225C-4905-822E-6215ECEC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B991C78D-6E9F-4EEC-9D5D-F370BCCB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811D9DDA-6325-44CF-BAB9-38797E27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8.0%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A2E4CED0-AA61-41B0-9A44-AC20A383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71DEBAC0-DBE7-4580-A130-8B3FCFD4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4090203C-635D-47B7-B771-7678199A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15.0%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97C6EA69-DE62-4DA8-8A55-EFBE44F4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5077E9DC-6D40-49FC-A784-E6378F6C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355A2DEA-2767-4505-AA3D-CD773914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3.5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C0BAEF77-6CCD-4E81-B48C-69D4EAA3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E2126C7A-2302-402D-BA3F-9495B01A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99C33F33-DF89-402B-91D8-4674B38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27DE5876-BECF-454A-B5F2-3472BD04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ZJ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E6C1A946-9764-4CF3-AE7A-858DD3FC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#10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2D7EE89A-9A98-4D8F-9737-291C9A37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Zoe Jenkins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AE5FD4A7-59EA-42A4-871D-5D737A3D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32  ·  Graphic Designer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21853414-C9F9-49D1-9BD3-8B4850D1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729371F4-EDA5-4C0C-8475-9D0E3E3C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6BBA6B02-0462-4362-BAAA-DEEF49DA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5588518E-C270-44C7-9FF4-98FF029C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39DCC92F-2B19-44F3-A58E-C09C70A9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F909C522-5A2B-4158-A32F-A84C8E9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$65,000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1B894250-FCBA-4066-AABC-4FCE62BD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159B0212-44F4-4BB0-A1FA-32D59024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$40,000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0B9CC8B4-E0B2-411E-AB2E-F44B7ED4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BD8"/>
          </a:solidFill>
          <a:ln xmlns:a="http://schemas.openxmlformats.org/drawingml/2006/main" w="12700">
            <a:solidFill>
              <a:srgbClr val="D0EB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B27A889F-BAA6-4FBA-A656-0E936B02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D06D2965-3971-45CF-9930-D71349C9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2D5A3D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1B667644-C924-41A5-BCD0-848B3AD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Emergency Fund / Growth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168864F6-7265-46C5-A681-B84250DF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6F1C42C8-B4FE-4A54-9DB7-7B692861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C8DE6C78-37C7-4196-BCB6-465AE5E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Variable income; needs 12-mo cash reserve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024B8348-87C4-446D-99E4-59941458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865A0FEF-E3EF-45D6-8F71-02BAD1C2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A56047D2-863D-4368-8EA6-90601092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6.5%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BE0A4F60-0546-4F8E-A3D3-27C6E744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58F04A46-3E56-42D2-8187-F14560F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26389A03-736E-41F0-B842-0F056A6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13.0%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44D6F990-3AB5-4702-AF24-FB2B4D09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51B02B29-5BC2-441A-A9ED-D1B0D6C6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DEA4A415-82A1-40EF-BE39-0D8526E2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5.0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CECE73E8-6649-4FEF-9E1F-8E68A35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A3D"/>
          </a:solidFill>
          <a:ln xmlns:a="http://schemas.openxmlformats.org/drawingml/2006/main" w="12700">
            <a:solidFill>
              <a:srgbClr val="2D5A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28A3C7C4-A05A-43BB-87EC-E2EED495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Three</a:t>
            </a:r>
          </a:p>
        </p:txBody>
      </p:sp>
    </p:spTree>
    <p:extLst>
      <p:ext uri="{BB962C8B-B14F-4D97-AF65-F5344CB8AC3E}">
        <p14:creationId xmlns:p14="http://schemas.microsoft.com/office/powerpoint/2010/main" val="3778122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2026-08-14T17:09:15.3310000Z</dcterms:created>
  <dcterms:modified xsi:type="dcterms:W3CDTF">2026-08-14T17:09:15.3310000Z</dcterms:modified>
</coreProperties>
</file>