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c2dd18bde4b5d" /><Relationship Type="http://schemas.openxmlformats.org/officeDocument/2006/relationships/extended-properties" Target="/docProps/app.xml" Id="R1f997df4478c4b55" /><Relationship Type="http://schemas.openxmlformats.org/officeDocument/2006/relationships/officeDocument" Target="/ppt/presentation.xml" Id="R7e8898a21317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2a659e2034b6a"/>
  </p:sldMasterIdLst>
  <p:notesMasterIdLst>
    <p:notesMasterId xmlns:r="http://schemas.openxmlformats.org/officeDocument/2006/relationships" r:id="Re2f145e3c5674596"/>
  </p:notesMasterIdLst>
  <p:sldIdLst>
    <p:sldId xmlns:r="http://schemas.openxmlformats.org/officeDocument/2006/relationships" id="256" r:id="R741130e6552448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d62aa7bbb4976" /><Relationship Type="http://schemas.openxmlformats.org/officeDocument/2006/relationships/slideMaster" Target="/ppt/slideMasters/slideMaster1.xml" Id="R41e2a659e2034b6a" /><Relationship Type="http://schemas.openxmlformats.org/officeDocument/2006/relationships/notesMaster" Target="/ppt/notesMasters/notesMaster1.xml" Id="Re2f145e3c5674596" /><Relationship Type="http://schemas.openxmlformats.org/officeDocument/2006/relationships/presProps" Target="/ppt/presProps.xml" Id="R799f4a2b79ff4ea6" /><Relationship Type="http://schemas.openxmlformats.org/officeDocument/2006/relationships/viewProps" Target="/ppt/viewProps.xml" Id="R4454bb909ec14720" /><Relationship Type="http://schemas.openxmlformats.org/officeDocument/2006/relationships/tableStyles" Target="/ppt/tableStyles.xml" Id="R0b8e24a26948460a" /><Relationship Type="http://schemas.openxmlformats.org/officeDocument/2006/relationships/slide" Target="/ppt/slides/slide1.xml" Id="R741130e65524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04f1ed6c4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5831fa6504dac" /><Relationship Type="http://schemas.openxmlformats.org/officeDocument/2006/relationships/notesMaster" Target="/ppt/notesMasters/notesMaster1.xml" Id="R8a00a914cbc6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64a17880f49d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751d036bd4688" /><Relationship Type="http://schemas.openxmlformats.org/officeDocument/2006/relationships/slideLayout" Target="/ppt/slideLayouts/slideLayout1.xml" Id="R07e483940c2f4e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483940c2f4e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8ae79d5e24fa5" /><Relationship Type="http://schemas.openxmlformats.org/officeDocument/2006/relationships/notesSlide" Target="/ppt/notesSlides/notesSlide1.xml" Id="Ra9a97618472e4e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6BCA1CA-E6D1-4153-8CBA-4833A5C7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9049CC-E390-48F6-84A0-D51544F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04A4AC-0546-43A0-86FE-7A326CE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ONE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96E79D-A5A3-4292-8B1E-D906E9A6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One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AE0205-8A6D-441F-A7EF-76B59F83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1 /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80F595-628C-4EFB-8BE0-C039D37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297E81-4AA1-443D-8C76-BEC2FB4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9AAA03-57CB-41E1-A719-9ECFAB9F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9E22C4-2991-4532-AEC1-B70174F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17D43B-26DF-4851-AF2E-EF222EAF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Eleanor Vance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F26304-C8A7-40E9-B0EA-61EAAFE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72  ·  Retired Librarian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0B59BC-2CCA-4A2D-B183-49D9291E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67A2F9-03C0-453B-9363-C6DD69A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FD721EC-CA94-482C-A801-7472272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E345067-8786-4E07-87F6-8BEA39D8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12DED5-B56E-4563-A5F0-CCADB21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BB6AB9-CFDE-42C0-837C-DEFFF87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$30,000 (Pension)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D20EBCF-72ED-41F4-976D-6B0D0CF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BD2CF29-DEBB-4B3D-84F2-EB6C02A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$1.2M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988716A-6621-43D4-90B8-3F8ED626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4B7A770-6B66-46A2-8892-C67243F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EBB4D1E-1968-49BC-8925-9C20CF71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FB8D28E-FB9C-449B-B56B-6CC3E7A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Capital Preservation / Income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F9B047B-C98D-4287-BC58-58D7DFB8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3B2A85-2798-42B4-B7B3-7266A5E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10360C4-43A3-4689-83AC-1F38AC5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High liquidity needs for medical; 2-5yr horizon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7ADAE9-E17E-4F21-A9D5-8BA7FA7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A28655A-3278-4051-ABF2-A0DEE338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952397-D07B-4F51-B0FA-8B17F26F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BDED1D8-ECC7-42A8-9698-25F9A12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E2FB383-7998-479D-B37C-3B314AF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E090004-AEAE-4EE2-A165-F061A03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EF41AEE-58A5-469B-A971-A4E148A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F14DCFC-ADE3-4242-86FC-D96BC08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7C621EF-DC8D-40BC-928A-3760AEC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98BE0B4-CA65-4FA4-BE1D-EE03BBB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5E98A67-D4E4-4F42-9AF9-CFF6B59B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40B6199-332A-41B9-8933-DB193386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73A1D6B-D6C5-467F-B360-871F060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MC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EC3A9F6-1138-4F20-9C58-EE78F5D6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#02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A7730DE-2FB1-42DD-AB4A-0D944AE1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Marcus Chen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20C9E17-87CD-4D84-A6AD-BABD1A3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29  ·  Software Engineer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FA17EF6-9298-417B-9E89-E2F75B7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C52A305-2959-4C19-9AE9-0B2E7AE5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9D9D15E-4F5C-47E7-9D1E-2E0CB5B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8AAAE289-CF98-4E32-9274-F5663B7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E55EED8-029F-4D05-A0C4-E84DE49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21FDBAA-E5FA-4CCD-86C6-B0503F71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$210,000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DCF2203-C28E-443A-BC29-84FB29CB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4CD83CD-3B3D-4411-956F-D7D1437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$150,000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0906372-40C5-4DD7-8083-236E7CF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D41FFB01-EB3F-4827-A93C-4FC998E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FB61829C-5221-4D56-B708-9CDF296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3CEF4D0E-A69D-4B92-BD9D-FF3FE63E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Aggressive Growth / Early Retirement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288B2FC-D652-4DE2-A2EB-FC66CF6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299AD1D4-5F87-408C-A899-37FF5B0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CC45A43A-81DD-44E2-B364-454FB29E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Tech stock concentration; High volatility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8F98F013-8756-47ED-B8F2-6383DC0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B164F2B-258F-420F-A577-3D08229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A63E7610-A43F-4CF3-A412-59B2CA3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11.0%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6AC9277D-E9D3-45AC-9CDD-840C7FC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53575A05-A067-443F-92A9-DE918E1D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4AE9492-51B0-4FEB-A7A4-6EF64836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22.0%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0B136451-170B-41FC-AC0B-523A4DBE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26BE530-5D38-4BBF-8ABE-802C64D2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DE950CB-1C82-4DDF-8E76-9033C1D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31EED5B8-8E9F-483D-BE5F-55A7594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E8ADDB2-C138-4032-9B22-FF9CC64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1F23E4CC-2793-4980-8CB5-AA9B61C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2DDE2C0-4234-494F-95A5-F49CA30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DS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09188069-6BCC-4BE0-AE28-D1361289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#03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08345A29-7381-4B60-B300-BD446B0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David &amp; Sarah Miller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605A993F-AD81-4C3D-A4A1-4F56F21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48/46  ·  Middle Management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47399CE-5BD3-4B11-BF25-D7031EE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2754AAF-E40C-444A-B8DF-721AECD5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7366B86E-6B0C-4EFB-A1C0-EDAEE5D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F0C2BA63-BA0F-4DDF-8CFE-49248FB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375447F2-6FC1-4766-9E64-E375F12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850FB151-8365-47E2-8CF2-BD9385B6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$165,000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C327D61A-97A6-449F-9D5B-8A8842E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2D46D9BE-AC0B-43E4-8B60-ABAB863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$450,000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165D82DB-8EAA-4509-942F-396CA9B1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12700">
            <a:solidFill>
              <a:srgbClr val="D6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203753FC-EF26-4EC2-8504-C12ABFB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60F289A7-B4D5-4ED2-8B27-2C57C73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B4A6B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B648A4FD-C687-4FA3-97FD-8860503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College Funding / Retirement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3E57E217-B71B-4DCC-800D-3ABD4C2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892A2389-55FD-41B3-A30E-29FD5C7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911F74C0-5B5C-49D4-8EDA-7E54FC7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Tuition payments starting in 3 years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60DE4DFB-F495-4C29-AB93-627EEAA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C854E9AA-8C08-4054-BD6E-465E2F5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F61B1559-0EBA-4E88-BB23-B94B79C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E9CA86D-CCE3-4569-B146-7E16C5E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0BF172E1-1C96-4D3F-8713-3793BA0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F5424ED3-3FBA-4120-AA04-EEC7AE4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37885E7-3EDA-48E2-8326-CD79BF0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8B832916-15C5-409C-8AC3-1081A0A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BC1635FA-9B85-4860-9AC7-7E4A499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B1CADC9-369D-4697-B7EF-A7A39C1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B"/>
          </a:solidFill>
          <a:ln xmlns:a="http://schemas.openxmlformats.org/drawingml/2006/main" w="12700">
            <a:solidFill>
              <a:srgbClr val="2B4A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00365737-9632-41B5-97D5-042509D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One</a:t>
            </a:r>
          </a:p>
        </p:txBody>
      </p:sp>
      <p:sp>
        <p:nvSpPr>
          <p:cNvPr id="104" name="Text 39">
            <a:extLst xmlns:a="http://schemas.openxmlformats.org/drawingml/2006/main">
              <a:ext uri="{FF2B5EF4-FFF2-40B4-BE49-F238E27FC236}">
                <a16:creationId xmlns:a16="http://schemas.microsoft.com/office/drawing/2014/main" id="{701936F2-F6CB-2411-1711-A20E17F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" y="1463040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</a:t>
            </a:r>
          </a:p>
        </p:txBody>
      </p:sp>
    </p:spTree>
    <p:extLst>
      <p:ext uri="{BB962C8B-B14F-4D97-AF65-F5344CB8AC3E}">
        <p14:creationId xmlns:p14="http://schemas.microsoft.com/office/powerpoint/2010/main" val="40996620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2026-08-14T17:09:14.9940000Z</dcterms:created>
  <dcterms:modified xsi:type="dcterms:W3CDTF">2026-08-14T17:09:14.9940000Z</dcterms:modified>
</coreProperties>
</file>