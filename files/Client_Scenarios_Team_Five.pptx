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c3c069fd914233" /><Relationship Type="http://schemas.openxmlformats.org/officeDocument/2006/relationships/extended-properties" Target="/docProps/app.xml" Id="R7fdf68ee932e405d" /><Relationship Type="http://schemas.openxmlformats.org/officeDocument/2006/relationships/officeDocument" Target="/ppt/presentation.xml" Id="R6a09e87df55e4a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e13c4d3fc44071"/>
  </p:sldMasterIdLst>
  <p:notesMasterIdLst>
    <p:notesMasterId xmlns:r="http://schemas.openxmlformats.org/officeDocument/2006/relationships" r:id="Rad4da208a78a4cdc"/>
  </p:notesMasterIdLst>
  <p:sldIdLst>
    <p:sldId xmlns:r="http://schemas.openxmlformats.org/officeDocument/2006/relationships" id="256" r:id="Rb07f1c9d68904a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e85f2f09d437e" /><Relationship Type="http://schemas.openxmlformats.org/officeDocument/2006/relationships/slideMaster" Target="/ppt/slideMasters/slideMaster1.xml" Id="R8ae13c4d3fc44071" /><Relationship Type="http://schemas.openxmlformats.org/officeDocument/2006/relationships/notesMaster" Target="/ppt/notesMasters/notesMaster1.xml" Id="Rad4da208a78a4cdc" /><Relationship Type="http://schemas.openxmlformats.org/officeDocument/2006/relationships/presProps" Target="/ppt/presProps.xml" Id="R3f467adef8ed4046" /><Relationship Type="http://schemas.openxmlformats.org/officeDocument/2006/relationships/viewProps" Target="/ppt/viewProps.xml" Id="R52be741a788e4a3f" /><Relationship Type="http://schemas.openxmlformats.org/officeDocument/2006/relationships/tableStyles" Target="/ppt/tableStyles.xml" Id="R47f61bbff9f24f00" /><Relationship Type="http://schemas.openxmlformats.org/officeDocument/2006/relationships/slide" Target="/ppt/slides/slide1.xml" Id="Rb07f1c9d68904a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24bd8164d44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618415f734af0" /><Relationship Type="http://schemas.openxmlformats.org/officeDocument/2006/relationships/notesMaster" Target="/ppt/notesMasters/notesMaster1.xml" Id="R639ccd78e9f142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cd006f78a432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70f4de3523466e" /><Relationship Type="http://schemas.openxmlformats.org/officeDocument/2006/relationships/slideLayout" Target="/ppt/slideLayouts/slideLayout1.xml" Id="Rb72347cc8cab40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2347cc8cab40a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a8decef3942c6" /><Relationship Type="http://schemas.openxmlformats.org/officeDocument/2006/relationships/notesSlide" Target="/ppt/notesSlides/notesSlide1.xml" Id="Rd8c3210311a8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9F0251-E423-4FBA-846B-159646F2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BA8A7E-4B4A-4ED2-A7CF-4629172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EDD47B-550C-4110-96D0-587922B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FIVE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F23FA8-2481-4A74-BD79-3B7E4F5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Five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7EB897-2A80-4802-87B4-5F7DEEF2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5 / 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5BA55B-02D6-4C16-BAFF-E20C1724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4E0D51-4BA3-439D-A2B1-FBCB205B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4B962F-0D93-4BFD-8B31-78B203AA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287DE5-B7E0-4721-A6ED-D0FA141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B779E5-F47F-4CA0-90BE-B4CE198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#09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A05FFAC-E2DC-4AB4-BC43-A651101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Arthur Sterling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8D1ADC-56AE-4F89-889E-2DD8293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80  ·  Retired Executive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089D0D5-96CD-4CA4-B99E-39606963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A5FE6B7-BEAB-45D0-BC14-7285058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8454E9-4248-490B-AF56-F4FDEF58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FE551EA-9AEB-4FF7-9CAF-62D100E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74EAB25-80AF-48E8-8271-114AB57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53EE01-DBA3-4752-AEB6-E7B349C6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N/A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F1D5C0B-9FDD-4D88-93C1-695F856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4409596-77E4-4AD5-844D-388A134C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$50M+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C3F87C-449E-4C4F-A139-CE77C00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08354B6-7267-4843-9F08-F78D24C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4FDCE6-D364-4EE4-9DA0-D7F0E681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1BAAB0C-C00D-46A1-AE04-2CB1178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Philanthropy / Multi-gen Wealth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9011B93-E38F-4E85-9547-F3AB3E51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E1F1B-B1ED-42DF-BF6C-F7238B10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4E430AF-A917-43CB-A221-9AA1C7C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Multi-gen taxes; inflation protection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1683DFA-6A43-4759-858E-5C0B85E7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A66E15C-9B3E-4225-8FF6-45DD1F86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28758FB-A320-4D2C-AC4A-60AF1BDC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AEBE818-06C3-4710-9CEA-DA5163A8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C8B5894-CE5F-4B2B-B8FC-260FD9F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3DDB97F-3159-4BC5-B4B7-44FF3C86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C22C8B6-E4A9-4EA9-8345-A017D159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767649D-81E7-4ED9-8B06-AE035F2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C9ACBE4-D3A6-4CC5-AA59-B5DF88ED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0A94625-6523-46A8-8EF3-50BDF162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37CCB44-DC5C-482E-AB46-0947E9CE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DA2C87-32FE-4DC9-B1B7-1EDE88B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EA5D8677-CFDE-4285-980A-8F69530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TP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2E61CCE-C21A-4A24-8201-9E42A79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#13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710EEB8-4A5C-4B35-9912-C3E341A6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The Petersons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9A01D38-966F-4C74-9C74-2A8ED49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31/30  ·  Teacher &amp; Nurse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DF12CF7-07A0-42C8-85EB-FFBE4B7C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1973E76-5D9D-4ECD-B98B-138EE8F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AC9066D-3CB7-45F6-ACE6-22B7E9E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DF19E9D-A756-458E-90DE-F11F245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FCCAA529-93BE-45D9-AA74-BB71309A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17D373B4-DD8C-4190-8ED6-5920C3B5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$110,000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5693FA75-71F4-4D81-AA63-F4905018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1C928C-F885-4F3F-98B5-ADE1A8B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1AA92162-502D-45EE-893B-529666E5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99F5B5A-54BA-4541-9FD0-164E48EA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F57DF732-3458-4606-9F50-850C618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83BE17F5-1223-4256-B402-30CE26D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Debt Paydown / Child Education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12B75C82-30E9-4297-8AD6-BC8BDAE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789A0CCC-D585-4E92-8894-FAC99FE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F030B8E-5B89-44D1-AF0C-895890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$180k Student Debt; Low cash flow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C8F3E105-FB37-4CFA-A6EC-59FEF14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70125D4-B108-437D-812F-317460B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026186E8-2951-4E01-B25A-4487429D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8816860E-4694-4A64-8AAC-D50BB944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E6464BB4-71B4-42DD-A959-DB445647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3A5A746E-DC4F-47C1-B80B-96C100FC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0CA679BB-BF22-4F42-A8EA-F2D7C20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7D4CD42-5FB8-4EE1-807E-54B31D4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0551414F-7723-41EF-87EC-1E9C632B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CD6A837-4168-4598-BA21-799E20EE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40DA7865-55BE-4D64-A3D3-1367E79E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2D8AE7E7-B12F-4AD2-846F-D2E48C7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88ED9BBD-C644-426E-98EE-3B98C8E1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5B777AD6-5482-4778-B887-17B38D7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#15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1917A345-642D-4D1A-A66E-E7EB80FA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Tyler Reed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0AF284E5-D67D-4271-806F-CC9D6D89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27  ·  Gig Economy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2ECBE23C-12D1-40DF-9811-DA847BF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EE28ECEB-F56E-463D-B381-677AC1FE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8759DA92-30D6-4C7C-BB62-D760AD33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B93A88A8-FA2F-4135-84FE-070BE7C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97C4A658-F687-499C-A506-F5FA8DAE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9F05672F-7C80-474D-801E-7753E80C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$55,000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3F14F857-DCA7-43F8-A2F8-897354B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3DDEFBCB-D953-4D24-9949-3F6FAB9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$5,000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FD4045EA-30ED-457A-9984-F3D77FB7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0D0"/>
          </a:solidFill>
          <a:ln xmlns:a="http://schemas.openxmlformats.org/drawingml/2006/main" w="12700">
            <a:solidFill>
              <a:srgbClr val="F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8125C087-E929-4722-A75F-6D1A94C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37653717-4120-406E-8096-F3DCEE8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B1A1A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7E6C7934-70DF-4FB8-86E5-34D7B043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Capital Accumulation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EC4FFFEC-C0F0-40D0-B79C-534DB5A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3997D47A-7FAF-462D-9634-C64E5E6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FF7180ED-8731-40B7-AFDE-B777852E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Minimal starting capital; Very long horizon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882750A5-95B9-4AAD-8112-EF01064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D42A368D-E429-401E-B7AB-516F4BB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5DAD0904-92A6-4EF1-A229-A19C79B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9.0%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7DF5E700-3FD8-4D4C-8338-33D85C70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4F67E60D-01C3-438E-BEC1-11BE562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6F860F8C-C517-4A8F-B8B3-73ECE8F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19.0%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9E426DF4-0202-495D-911F-7D1ADD6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3A381DCE-B1A1-4608-AD2E-4323928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DD146FEC-EEC1-44C9-86B9-87455A6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2.5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60C78A13-A47D-420A-9172-DE7E9D9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A1A"/>
          </a:solidFill>
          <a:ln xmlns:a="http://schemas.openxmlformats.org/drawingml/2006/main" w="12700">
            <a:solidFill>
              <a:srgbClr val="8B1A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1673FAF9-5D76-44B5-865C-4E28436E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Five</a:t>
            </a:r>
          </a:p>
        </p:txBody>
      </p:sp>
    </p:spTree>
    <p:extLst>
      <p:ext uri="{BB962C8B-B14F-4D97-AF65-F5344CB8AC3E}">
        <p14:creationId xmlns:p14="http://schemas.microsoft.com/office/powerpoint/2010/main" val="16839701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2026-08-14T17:09:15.5780000Z</dcterms:created>
  <dcterms:modified xsi:type="dcterms:W3CDTF">2026-08-14T17:09:15.5780000Z</dcterms:modified>
</coreProperties>
</file>